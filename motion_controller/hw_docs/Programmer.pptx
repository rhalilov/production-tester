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DB98-FBAF-FD0B-CA55-552027DD2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D4397-A34B-C133-601F-06B13AD61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9BCD1-4AE6-984B-73E9-642544D8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45D28-8C4D-F766-9CA0-B1FAB13B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12D66-5745-C360-7FA8-F4D92D32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5363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957D3-2B8C-CA97-6954-555082466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DA22F-7E3D-6AFF-73B0-F2A3CFB4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CB8DC-6280-653D-3DEB-1C8033634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2F5ED-84AF-30AA-F62F-BCDC8BB01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D068C-CD2E-B9EC-DABA-D69867CD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1028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1A8A-21E9-0A47-F800-DF5DF4E6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81ADC-23AC-44F7-72A4-C865EA339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8C9A6-8FB8-24F2-012B-353FB23D5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2CCA4-E5BF-74DD-A3B5-D923F8E93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EADEE-CCDB-6B21-9DDA-9A78B8A27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78211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07EF-28E8-EC98-1232-C088FC484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4933F-E08A-4281-A065-7EFE31BD7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B1EFC-6074-5959-283A-43E8B94A0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97FA4-7696-9E7E-D493-2AE05C73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C361F-EF35-CD75-2EC5-4B1F37906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62A74-73AE-C7DD-07BF-750C4488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388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DE4F-529F-575A-C419-CF21A0D5E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1F707-1C3A-7816-824F-B13F753B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8BB50-B7D9-041D-2DE0-A21BCC98A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0C53A-5C87-C5DE-A1CA-F8102DBD0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AD859-5FDE-3BBB-EF24-E006A2280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4EB30-171F-C93D-8AA2-3CA34C39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0F0424-F139-65A0-8E31-0B404CAC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F8A911-4B90-F753-5D12-F2694524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284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DD21-6647-0B80-42B1-EF5DEAB9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41B8B-2FDC-3DD1-F1DC-8524134C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B5646-F0E2-6F93-3ED0-70BB09724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6BB2C-841E-F2E2-A634-9FA5EFFD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1457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2DB10-6951-E1AB-F1AB-0DE091E53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2A023-EC59-5A15-8D65-AC4268D7B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94B53-458B-28DC-4D21-FCEF88FF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1114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3F7A-CA17-850E-4CEC-9E6A6F72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0B623-4513-8432-E736-5872DF443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47C81-9A4E-8DCA-9C1A-CA7DDD143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06F89-8856-BBBE-9D84-88891B6E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258E2-747B-DBF7-264F-2E2900D7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AF2B3-B918-BC1F-3194-A42B0F7B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005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829C2-6FB1-D961-DF78-ED7C8F861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C8751-6F6D-9AC6-4CF7-92E250E40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7DEE1-A3AB-CE5D-083A-2ACD66101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74C85-9D15-EC81-C7BC-F6F9AE68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B43B7-A644-04FB-2EC3-B6471DA4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F6A3F-A47D-CF6D-F00A-7CC153F9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46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9FE44-9181-6AF3-5766-873A0DE33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7F861-E6A0-8235-DF04-C46699D6D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AAF91-75CE-3D33-A3F8-B6B4DE4A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74E58-FE50-AC01-C116-58F8D6043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C520E-5DE9-134F-8B8A-A0A727856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331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907D48-C8EA-8B42-69FB-AD5A6D37F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FEF8C-E4F0-8D46-0231-BFDDD40BE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5FBF4-B629-AC21-723B-413C0FB65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890D-ED4B-D72B-A1D6-CA28E07B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D34F8-A682-CE3D-6563-A193ADE5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1463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81C75E-544D-E3D7-F9E3-C17BF87C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96223-67BB-40E7-8C78-F6D5980A8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0FF1A-AC04-242E-116C-31595BC63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2AA3B-847E-41E6-B57E-3780FC8DFC02}" type="datetimeFigureOut">
              <a:rPr lang="bg-BG" smtClean="0"/>
              <a:t>6.7.2026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0129C-D479-94AB-66BA-368967360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5E474-8A40-2879-0FA3-C297D38F1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CC688-7C0F-47E5-8081-55CBCF7F6CF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71882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182C0F4-AED0-E1F2-B0DC-B3ADB87BB606}"/>
              </a:ext>
            </a:extLst>
          </p:cNvPr>
          <p:cNvSpPr/>
          <p:nvPr/>
        </p:nvSpPr>
        <p:spPr>
          <a:xfrm rot="16200000">
            <a:off x="3596951" y="1814813"/>
            <a:ext cx="419878" cy="89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000" dirty="0"/>
              <a:t>RFID</a:t>
            </a:r>
            <a:endParaRPr lang="bg-BG" sz="1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D7E4C17-D94C-27AE-2462-2AD719C67940}"/>
              </a:ext>
            </a:extLst>
          </p:cNvPr>
          <p:cNvGrpSpPr/>
          <p:nvPr/>
        </p:nvGrpSpPr>
        <p:grpSpPr>
          <a:xfrm>
            <a:off x="828137" y="1548882"/>
            <a:ext cx="1940943" cy="2323322"/>
            <a:chOff x="828136" y="1548882"/>
            <a:chExt cx="1940943" cy="23233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7BAE56-CB1C-DDC4-5FF5-7DBF3688F5DF}"/>
                </a:ext>
              </a:extLst>
            </p:cNvPr>
            <p:cNvSpPr/>
            <p:nvPr/>
          </p:nvSpPr>
          <p:spPr>
            <a:xfrm>
              <a:off x="828136" y="1820174"/>
              <a:ext cx="1940943" cy="13198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PCB panel 3</a:t>
              </a:r>
              <a:endParaRPr lang="bg-BG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20989C5-57A8-B9C0-1F0C-9355DE1F452F}"/>
                </a:ext>
              </a:extLst>
            </p:cNvPr>
            <p:cNvSpPr/>
            <p:nvPr/>
          </p:nvSpPr>
          <p:spPr>
            <a:xfrm>
              <a:off x="2251494" y="3154011"/>
              <a:ext cx="517585" cy="2889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L1</a:t>
              </a:r>
              <a:endParaRPr lang="bg-BG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913661D-EC03-66C5-EF1C-1DE2DBBCD2DB}"/>
                </a:ext>
              </a:extLst>
            </p:cNvPr>
            <p:cNvCxnSpPr/>
            <p:nvPr/>
          </p:nvCxnSpPr>
          <p:spPr>
            <a:xfrm>
              <a:off x="2510286" y="1548882"/>
              <a:ext cx="0" cy="232332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DD64276-43F3-81D0-FCB2-2F1683AA18D1}"/>
              </a:ext>
            </a:extLst>
          </p:cNvPr>
          <p:cNvGrpSpPr/>
          <p:nvPr/>
        </p:nvGrpSpPr>
        <p:grpSpPr>
          <a:xfrm>
            <a:off x="3565115" y="1553679"/>
            <a:ext cx="1940943" cy="2323322"/>
            <a:chOff x="828136" y="1548882"/>
            <a:chExt cx="1940943" cy="23233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8D1E3F-C018-A880-1D76-82DE298181DC}"/>
                </a:ext>
              </a:extLst>
            </p:cNvPr>
            <p:cNvSpPr/>
            <p:nvPr/>
          </p:nvSpPr>
          <p:spPr>
            <a:xfrm>
              <a:off x="828136" y="1820174"/>
              <a:ext cx="1940943" cy="1319841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PCB panel 2</a:t>
              </a:r>
              <a:endParaRPr lang="bg-BG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408AF2-93C4-CE87-98D6-42081D21619A}"/>
                </a:ext>
              </a:extLst>
            </p:cNvPr>
            <p:cNvSpPr/>
            <p:nvPr/>
          </p:nvSpPr>
          <p:spPr>
            <a:xfrm>
              <a:off x="2251494" y="3154011"/>
              <a:ext cx="517585" cy="2889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L2</a:t>
              </a:r>
              <a:endParaRPr lang="bg-BG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BF3B168-2E30-EF0A-B884-63DB914D4FF6}"/>
                </a:ext>
              </a:extLst>
            </p:cNvPr>
            <p:cNvCxnSpPr/>
            <p:nvPr/>
          </p:nvCxnSpPr>
          <p:spPr>
            <a:xfrm>
              <a:off x="2510286" y="1548882"/>
              <a:ext cx="0" cy="232332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693444-9593-F834-9D19-47DFF1D52FEC}"/>
              </a:ext>
            </a:extLst>
          </p:cNvPr>
          <p:cNvGrpSpPr/>
          <p:nvPr/>
        </p:nvGrpSpPr>
        <p:grpSpPr>
          <a:xfrm>
            <a:off x="6302093" y="1548882"/>
            <a:ext cx="1940943" cy="2323322"/>
            <a:chOff x="828136" y="1548882"/>
            <a:chExt cx="1940943" cy="23233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E6BBE9-925A-5B9A-6F2B-C479753874A5}"/>
                </a:ext>
              </a:extLst>
            </p:cNvPr>
            <p:cNvSpPr/>
            <p:nvPr/>
          </p:nvSpPr>
          <p:spPr>
            <a:xfrm>
              <a:off x="828136" y="1820174"/>
              <a:ext cx="1940943" cy="13198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PCB panel 3</a:t>
              </a:r>
              <a:endParaRPr lang="bg-BG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CF1C9D-B259-E646-6DD7-8B1DF2CA8CF6}"/>
                </a:ext>
              </a:extLst>
            </p:cNvPr>
            <p:cNvSpPr/>
            <p:nvPr/>
          </p:nvSpPr>
          <p:spPr>
            <a:xfrm>
              <a:off x="2251494" y="3154011"/>
              <a:ext cx="517585" cy="2889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L3</a:t>
              </a:r>
              <a:endParaRPr lang="bg-BG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1B27218-EDFD-9F1A-4ED9-C95854868571}"/>
                </a:ext>
              </a:extLst>
            </p:cNvPr>
            <p:cNvCxnSpPr/>
            <p:nvPr/>
          </p:nvCxnSpPr>
          <p:spPr>
            <a:xfrm>
              <a:off x="2510286" y="1548882"/>
              <a:ext cx="0" cy="232332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EDB2E6-5C3E-D4A7-1957-7E21712AD08D}"/>
              </a:ext>
            </a:extLst>
          </p:cNvPr>
          <p:cNvCxnSpPr/>
          <p:nvPr/>
        </p:nvCxnSpPr>
        <p:spPr>
          <a:xfrm>
            <a:off x="737118" y="1156996"/>
            <a:ext cx="8640147" cy="0"/>
          </a:xfrm>
          <a:prstGeom prst="straightConnector1">
            <a:avLst/>
          </a:prstGeom>
          <a:ln w="38100">
            <a:headEnd type="stealt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9D23D97-D7C8-6CE5-1C75-29149142F038}"/>
              </a:ext>
            </a:extLst>
          </p:cNvPr>
          <p:cNvSpPr/>
          <p:nvPr/>
        </p:nvSpPr>
        <p:spPr>
          <a:xfrm>
            <a:off x="3806890" y="755780"/>
            <a:ext cx="1520890" cy="401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Conveyor</a:t>
            </a:r>
            <a:endParaRPr lang="bg-BG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4C79A5-8266-2116-F67C-9E5931988042}"/>
              </a:ext>
            </a:extLst>
          </p:cNvPr>
          <p:cNvSpPr/>
          <p:nvPr/>
        </p:nvSpPr>
        <p:spPr>
          <a:xfrm>
            <a:off x="1222310" y="4814595"/>
            <a:ext cx="2099388" cy="1319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– 9</a:t>
            </a:r>
          </a:p>
          <a:p>
            <a:pPr algn="ctr"/>
            <a:r>
              <a:rPr lang="en-US" dirty="0"/>
              <a:t>15-10</a:t>
            </a:r>
            <a:endParaRPr lang="bg-BG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35A6A7-25B5-4AD1-C049-E11B95AF7841}"/>
              </a:ext>
            </a:extLst>
          </p:cNvPr>
          <p:cNvSpPr/>
          <p:nvPr/>
        </p:nvSpPr>
        <p:spPr>
          <a:xfrm>
            <a:off x="5506058" y="2052740"/>
            <a:ext cx="278460" cy="89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000" dirty="0"/>
              <a:t>Stopper</a:t>
            </a:r>
            <a:endParaRPr lang="bg-BG" sz="1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088CCC-79C1-DEF6-FFEC-3E120743233C}"/>
              </a:ext>
            </a:extLst>
          </p:cNvPr>
          <p:cNvSpPr/>
          <p:nvPr/>
        </p:nvSpPr>
        <p:spPr>
          <a:xfrm rot="16200000">
            <a:off x="4241291" y="2785191"/>
            <a:ext cx="419878" cy="895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000" dirty="0"/>
              <a:t>Locker</a:t>
            </a:r>
            <a:endParaRPr lang="bg-BG" sz="1000" dirty="0"/>
          </a:p>
        </p:txBody>
      </p:sp>
    </p:spTree>
    <p:extLst>
      <p:ext uri="{BB962C8B-B14F-4D97-AF65-F5344CB8AC3E}">
        <p14:creationId xmlns:p14="http://schemas.microsoft.com/office/powerpoint/2010/main" val="2826488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Виктор Я. Петров</dc:creator>
  <cp:lastModifiedBy>Виктор Я. Петров</cp:lastModifiedBy>
  <cp:revision>1</cp:revision>
  <dcterms:created xsi:type="dcterms:W3CDTF">2026-07-06T06:22:33Z</dcterms:created>
  <dcterms:modified xsi:type="dcterms:W3CDTF">2026-07-06T06:22:53Z</dcterms:modified>
</cp:coreProperties>
</file>